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78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3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61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23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20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19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76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5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758AB-41C7-4817-BEC6-89C830C59821}" type="datetimeFigureOut">
              <a:rPr lang="zh-CN" altLang="en-US" smtClean="0"/>
              <a:t>2015/5/25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8FCEB-ECF4-4124-BA11-F9A96E1D4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3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目录文件说明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2014-12-18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23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标注 16"/>
          <p:cNvSpPr/>
          <p:nvPr/>
        </p:nvSpPr>
        <p:spPr>
          <a:xfrm>
            <a:off x="8029302" y="2889065"/>
            <a:ext cx="3518262" cy="1664902"/>
          </a:xfrm>
          <a:prstGeom prst="wedgeRectCallout">
            <a:avLst>
              <a:gd name="adj1" fmla="val -189195"/>
              <a:gd name="adj2" fmla="val 1394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进行数据统计执行计划的设置文件</a:t>
            </a:r>
            <a:r>
              <a:rPr lang="en-US" altLang="zh-CN" dirty="0" smtClean="0"/>
              <a:t>,</a:t>
            </a:r>
            <a:r>
              <a:rPr lang="zh-CN" altLang="en-US" dirty="0" smtClean="0"/>
              <a:t>在文件里有限制了执行请求的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>.</a:t>
            </a:r>
            <a:r>
              <a:rPr lang="zh-CN" altLang="en-US" dirty="0" smtClean="0"/>
              <a:t>有需要执行的计划任务在这个文件里设置</a:t>
            </a:r>
            <a:r>
              <a:rPr lang="en-US" altLang="zh-CN" dirty="0" smtClean="0"/>
              <a:t>,</a:t>
            </a:r>
            <a:r>
              <a:rPr lang="zh-CN" altLang="en-US" dirty="0" smtClean="0"/>
              <a:t>然后让运维在</a:t>
            </a:r>
            <a:r>
              <a:rPr lang="en-US" altLang="zh-CN" dirty="0" err="1" smtClean="0"/>
              <a:t>WEB3</a:t>
            </a:r>
            <a:r>
              <a:rPr lang="zh-CN" altLang="en-US" dirty="0" smtClean="0"/>
              <a:t>上设定好执行计划的时间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总目录结构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2296886" cy="4463267"/>
          </a:xfrm>
          <a:prstGeom prst="rect">
            <a:avLst/>
          </a:prstGeom>
        </p:spPr>
      </p:pic>
      <p:sp>
        <p:nvSpPr>
          <p:cNvPr id="5" name="矩形标注 4"/>
          <p:cNvSpPr/>
          <p:nvPr/>
        </p:nvSpPr>
        <p:spPr>
          <a:xfrm>
            <a:off x="3936275" y="1132114"/>
            <a:ext cx="2978331" cy="558574"/>
          </a:xfrm>
          <a:prstGeom prst="wedgeRectCallout">
            <a:avLst>
              <a:gd name="adj1" fmla="val -118785"/>
              <a:gd name="adj2" fmla="val 1239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数据缓存目录</a:t>
            </a:r>
            <a:r>
              <a:rPr lang="en-US" altLang="zh-CN" dirty="0" smtClean="0"/>
              <a:t>,</a:t>
            </a:r>
            <a:r>
              <a:rPr lang="zh-CN" altLang="en-US" dirty="0" smtClean="0"/>
              <a:t>记录日志</a:t>
            </a:r>
            <a:endParaRPr lang="zh-CN" altLang="en-US" dirty="0"/>
          </a:p>
        </p:txBody>
      </p:sp>
      <p:sp>
        <p:nvSpPr>
          <p:cNvPr id="6" name="矩形标注 5"/>
          <p:cNvSpPr/>
          <p:nvPr/>
        </p:nvSpPr>
        <p:spPr>
          <a:xfrm>
            <a:off x="3936274" y="1750420"/>
            <a:ext cx="2978331" cy="339635"/>
          </a:xfrm>
          <a:prstGeom prst="wedgeRectCallout">
            <a:avLst>
              <a:gd name="adj1" fmla="val -105628"/>
              <a:gd name="adj2" fmla="val 1050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数据统计目录</a:t>
            </a:r>
            <a:endParaRPr lang="zh-CN" altLang="en-US" dirty="0"/>
          </a:p>
        </p:txBody>
      </p:sp>
      <p:sp>
        <p:nvSpPr>
          <p:cNvPr id="7" name="矩形标注 6"/>
          <p:cNvSpPr/>
          <p:nvPr/>
        </p:nvSpPr>
        <p:spPr>
          <a:xfrm>
            <a:off x="3923213" y="2129248"/>
            <a:ext cx="2978331" cy="339635"/>
          </a:xfrm>
          <a:prstGeom prst="wedgeRectCallout">
            <a:avLst>
              <a:gd name="adj1" fmla="val -106213"/>
              <a:gd name="adj2" fmla="val 922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统计数据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接口目录</a:t>
            </a:r>
            <a:endParaRPr lang="zh-CN" altLang="en-US" dirty="0"/>
          </a:p>
        </p:txBody>
      </p:sp>
      <p:sp>
        <p:nvSpPr>
          <p:cNvPr id="8" name="矩形标注 7"/>
          <p:cNvSpPr/>
          <p:nvPr/>
        </p:nvSpPr>
        <p:spPr>
          <a:xfrm>
            <a:off x="3918862" y="2516776"/>
            <a:ext cx="2978331" cy="339635"/>
          </a:xfrm>
          <a:prstGeom prst="wedgeRectCallout">
            <a:avLst>
              <a:gd name="adj1" fmla="val -120833"/>
              <a:gd name="adj2" fmla="val 614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统计数据缓存目录</a:t>
            </a:r>
            <a:endParaRPr lang="zh-CN" altLang="en-US" dirty="0"/>
          </a:p>
        </p:txBody>
      </p:sp>
      <p:sp>
        <p:nvSpPr>
          <p:cNvPr id="9" name="矩形标注 8"/>
          <p:cNvSpPr/>
          <p:nvPr/>
        </p:nvSpPr>
        <p:spPr>
          <a:xfrm>
            <a:off x="3918861" y="2891241"/>
            <a:ext cx="3161208" cy="339635"/>
          </a:xfrm>
          <a:prstGeom prst="wedgeRectCallout">
            <a:avLst>
              <a:gd name="adj1" fmla="val -107968"/>
              <a:gd name="adj2" fmla="val 179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数据缓存导入数据库操作目录</a:t>
            </a:r>
            <a:endParaRPr lang="zh-CN" altLang="en-US" dirty="0"/>
          </a:p>
        </p:txBody>
      </p:sp>
      <p:sp>
        <p:nvSpPr>
          <p:cNvPr id="10" name="矩形标注 9"/>
          <p:cNvSpPr/>
          <p:nvPr/>
        </p:nvSpPr>
        <p:spPr>
          <a:xfrm>
            <a:off x="3936274" y="3290608"/>
            <a:ext cx="2978331" cy="339635"/>
          </a:xfrm>
          <a:prstGeom prst="wedgeRectCallout">
            <a:avLst>
              <a:gd name="adj1" fmla="val -114692"/>
              <a:gd name="adj2" fmla="val 135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SDK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API</a:t>
            </a:r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11" name="矩形标注 10"/>
          <p:cNvSpPr/>
          <p:nvPr/>
        </p:nvSpPr>
        <p:spPr>
          <a:xfrm>
            <a:off x="3936274" y="3731008"/>
            <a:ext cx="2978331" cy="339635"/>
          </a:xfrm>
          <a:prstGeom prst="wedgeRectCallout">
            <a:avLst>
              <a:gd name="adj1" fmla="val -117909"/>
              <a:gd name="adj2" fmla="val 89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网站后台接口目录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1986643" y="4117923"/>
            <a:ext cx="4927962" cy="872088"/>
            <a:chOff x="1986643" y="4117923"/>
            <a:chExt cx="4927962" cy="872088"/>
          </a:xfrm>
        </p:grpSpPr>
        <p:sp>
          <p:nvSpPr>
            <p:cNvPr id="12" name="矩形标注 11"/>
            <p:cNvSpPr/>
            <p:nvPr/>
          </p:nvSpPr>
          <p:spPr>
            <a:xfrm>
              <a:off x="3936274" y="4117923"/>
              <a:ext cx="2978331" cy="872088"/>
            </a:xfrm>
            <a:prstGeom prst="wedgeRectCallout">
              <a:avLst>
                <a:gd name="adj1" fmla="val -101827"/>
                <a:gd name="adj2" fmla="val 160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各版本的</a:t>
              </a:r>
              <a:r>
                <a:rPr lang="en-US" altLang="zh-CN" dirty="0" smtClean="0"/>
                <a:t>API</a:t>
              </a:r>
              <a:r>
                <a:rPr lang="zh-CN" altLang="en-US" dirty="0" smtClean="0"/>
                <a:t>目录</a:t>
              </a:r>
              <a:r>
                <a:rPr lang="en-US" altLang="zh-CN" dirty="0" smtClean="0"/>
                <a:t/>
              </a:r>
              <a:br>
                <a:rPr lang="en-US" altLang="zh-CN" dirty="0" smtClean="0"/>
              </a:br>
              <a:r>
                <a:rPr lang="zh-CN" altLang="en-US" dirty="0" smtClean="0"/>
                <a:t>如果版本变动太则新增类似的文件夹来加接口</a:t>
              </a:r>
              <a:endParaRPr lang="zh-CN" altLang="en-US" dirty="0"/>
            </a:p>
          </p:txBody>
        </p:sp>
        <p:sp>
          <p:nvSpPr>
            <p:cNvPr id="13" name="燕尾形 12"/>
            <p:cNvSpPr/>
            <p:nvPr/>
          </p:nvSpPr>
          <p:spPr>
            <a:xfrm>
              <a:off x="1986643" y="4370469"/>
              <a:ext cx="374468" cy="619542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矩形标注 14"/>
          <p:cNvSpPr/>
          <p:nvPr/>
        </p:nvSpPr>
        <p:spPr>
          <a:xfrm>
            <a:off x="5050971" y="6051228"/>
            <a:ext cx="2978331" cy="339635"/>
          </a:xfrm>
          <a:prstGeom prst="wedgeRectCallout">
            <a:avLst>
              <a:gd name="adj1" fmla="val -117616"/>
              <a:gd name="adj2" fmla="val -12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日志保存的数据库配置</a:t>
            </a:r>
            <a:endParaRPr lang="zh-CN" altLang="en-US" dirty="0"/>
          </a:p>
        </p:txBody>
      </p:sp>
      <p:sp>
        <p:nvSpPr>
          <p:cNvPr id="16" name="矩形标注 15"/>
          <p:cNvSpPr/>
          <p:nvPr/>
        </p:nvSpPr>
        <p:spPr>
          <a:xfrm>
            <a:off x="4136572" y="5528709"/>
            <a:ext cx="3518262" cy="339635"/>
          </a:xfrm>
          <a:prstGeom prst="wedgeRectCallout">
            <a:avLst>
              <a:gd name="adj1" fmla="val -90681"/>
              <a:gd name="adj2" fmla="val -616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API</a:t>
            </a:r>
            <a:r>
              <a:rPr lang="zh-CN" altLang="en-US" dirty="0" smtClean="0"/>
              <a:t>及数据统计的数据库配置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257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服务器执行的计划任务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WEB3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9600" y="1471749"/>
            <a:ext cx="9022080" cy="5233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#===========begin </a:t>
            </a:r>
            <a:r>
              <a:rPr lang="zh-CN" altLang="en-US" sz="1600" dirty="0"/>
              <a:t>执行数据统计</a:t>
            </a:r>
          </a:p>
          <a:p>
            <a:r>
              <a:rPr lang="en-US" altLang="zh-CN" sz="1600" dirty="0" smtClean="0"/>
              <a:t>#=======</a:t>
            </a:r>
            <a:r>
              <a:rPr lang="zh-CN" altLang="en-US" sz="1600" dirty="0"/>
              <a:t>执行日志数据入库</a:t>
            </a:r>
          </a:p>
          <a:p>
            <a:r>
              <a:rPr lang="en-US" altLang="zh-CN" sz="1600" dirty="0"/>
              <a:t>##---</a:t>
            </a:r>
            <a:r>
              <a:rPr lang="zh-CN" altLang="en-US" sz="1600" dirty="0"/>
              <a:t>统计数据日志入库</a:t>
            </a:r>
          </a:p>
          <a:p>
            <a:r>
              <a:rPr lang="zh-CN" altLang="en-US" sz="1600" dirty="0"/>
              <a:t>*</a:t>
            </a:r>
            <a:r>
              <a:rPr lang="en-US" altLang="zh-CN" sz="1600" dirty="0"/>
              <a:t>/10 *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</a:t>
            </a:r>
            <a:r>
              <a:rPr lang="zh-CN" altLang="en-US" sz="1600" dirty="0"/>
              <a:t>搜索关键词日志入库</a:t>
            </a:r>
          </a:p>
          <a:p>
            <a:r>
              <a:rPr lang="zh-CN" altLang="en-US" sz="1600" dirty="0"/>
              <a:t>*</a:t>
            </a:r>
            <a:r>
              <a:rPr lang="en-US" altLang="zh-CN" sz="1600" dirty="0"/>
              <a:t>/31 *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=21 -O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</a:t>
            </a:r>
            <a:r>
              <a:rPr lang="zh-CN" altLang="en-US" sz="1600" dirty="0"/>
              <a:t>下载日志入库</a:t>
            </a:r>
          </a:p>
          <a:p>
            <a:r>
              <a:rPr lang="zh-CN" altLang="en-US" sz="1600" dirty="0"/>
              <a:t>*</a:t>
            </a:r>
            <a:r>
              <a:rPr lang="en-US" altLang="zh-CN" sz="1600" dirty="0"/>
              <a:t>/21 *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=22 -O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</a:t>
            </a:r>
            <a:r>
              <a:rPr lang="zh-CN" altLang="en-US" sz="1600" dirty="0"/>
              <a:t>下载速度日志入库</a:t>
            </a:r>
          </a:p>
          <a:p>
            <a:r>
              <a:rPr lang="zh-CN" altLang="en-US" sz="1600" dirty="0"/>
              <a:t>*</a:t>
            </a:r>
            <a:r>
              <a:rPr lang="en-US" altLang="zh-CN" sz="1600" dirty="0"/>
              <a:t>/15 *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=23 -O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##---SDK</a:t>
            </a:r>
            <a:r>
              <a:rPr lang="zh-CN" altLang="en-US" sz="1600" dirty="0"/>
              <a:t>登入数据入库</a:t>
            </a:r>
          </a:p>
          <a:p>
            <a:r>
              <a:rPr lang="en-US" altLang="zh-CN" sz="1600" dirty="0"/>
              <a:t>10 01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=24 -O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##---SDK</a:t>
            </a:r>
            <a:r>
              <a:rPr lang="zh-CN" altLang="en-US" sz="1600" dirty="0"/>
              <a:t>内游戏展示次数</a:t>
            </a:r>
          </a:p>
          <a:p>
            <a:r>
              <a:rPr lang="en-US" altLang="zh-CN" sz="1600" dirty="0"/>
              <a:t>12 01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=25 -O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##---SDK</a:t>
            </a:r>
            <a:r>
              <a:rPr lang="zh-CN" altLang="en-US" sz="1600" dirty="0"/>
              <a:t>内游戏下载次数</a:t>
            </a:r>
          </a:p>
          <a:p>
            <a:r>
              <a:rPr lang="en-US" altLang="zh-CN" sz="1600" dirty="0"/>
              <a:t>14 01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=26 -O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##---SDK</a:t>
            </a:r>
            <a:r>
              <a:rPr lang="zh-CN" altLang="en-US" sz="1600" dirty="0"/>
              <a:t>内游戏安装次数</a:t>
            </a:r>
          </a:p>
          <a:p>
            <a:r>
              <a:rPr lang="en-US" altLang="zh-CN" sz="1600" dirty="0"/>
              <a:t>16 01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=27 -O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</a:p>
          <a:p>
            <a:r>
              <a:rPr lang="en-US" altLang="zh-CN" sz="1600" dirty="0"/>
              <a:t>##---</a:t>
            </a:r>
            <a:r>
              <a:rPr lang="zh-CN" altLang="en-US" sz="1600" dirty="0"/>
              <a:t>视频播放数据入库次数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18 01 * * * </a:t>
            </a:r>
            <a:r>
              <a:rPr lang="en-US" altLang="zh-CN" sz="1600" dirty="0" err="1"/>
              <a:t>wget</a:t>
            </a:r>
            <a:r>
              <a:rPr lang="en-US" altLang="zh-CN" sz="1600" dirty="0"/>
              <a:t> -q http://</a:t>
            </a:r>
            <a:r>
              <a:rPr lang="en-US" altLang="zh-CN" sz="1600" dirty="0" err="1"/>
              <a:t>api.kuaiyouxi.com</a:t>
            </a:r>
            <a:r>
              <a:rPr lang="en-US" altLang="zh-CN" sz="1600" dirty="0"/>
              <a:t>/</a:t>
            </a:r>
            <a:r>
              <a:rPr lang="en-US" altLang="zh-CN" sz="1600" dirty="0" err="1"/>
              <a:t>index.php?act</a:t>
            </a:r>
            <a:r>
              <a:rPr lang="en-US" altLang="zh-CN" sz="1600" dirty="0"/>
              <a:t>=28 -O /</a:t>
            </a:r>
            <a:r>
              <a:rPr lang="en-US" altLang="zh-CN" sz="1600" dirty="0" err="1"/>
              <a:t>dev</a:t>
            </a:r>
            <a:r>
              <a:rPr lang="en-US" altLang="zh-CN" sz="1600" dirty="0"/>
              <a:t>/null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8198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52888"/>
            <a:ext cx="10515600" cy="1132752"/>
          </a:xfrm>
        </p:spPr>
        <p:txBody>
          <a:bodyPr/>
          <a:lstStyle/>
          <a:p>
            <a:r>
              <a:rPr lang="zh-CN" altLang="en-US" dirty="0"/>
              <a:t>服务器执行的计划任务</a:t>
            </a:r>
            <a:r>
              <a:rPr lang="en-US" altLang="zh-CN" dirty="0"/>
              <a:t>(</a:t>
            </a:r>
            <a:r>
              <a:rPr lang="en-US" altLang="zh-CN" dirty="0" err="1" smtClean="0"/>
              <a:t>WEB3</a:t>
            </a:r>
            <a:r>
              <a:rPr lang="en-US" altLang="zh-CN" dirty="0" smtClean="0"/>
              <a:t>-2)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78674" y="1018904"/>
            <a:ext cx="10398035" cy="5738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#=======</a:t>
            </a:r>
            <a:r>
              <a:rPr lang="zh-CN" altLang="en-US" sz="1400" dirty="0"/>
              <a:t>执行手柄数据的统计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更新手柄</a:t>
            </a:r>
          </a:p>
          <a:p>
            <a:r>
              <a:rPr lang="en-US" altLang="zh-CN" sz="1400" dirty="0"/>
              <a:t>30 02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=1 -O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更新关键词统计</a:t>
            </a:r>
          </a:p>
          <a:p>
            <a:r>
              <a:rPr lang="en-US" altLang="zh-CN" sz="1400" dirty="0"/>
              <a:t>20 02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=11 -O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更新游戏下载统计</a:t>
            </a:r>
          </a:p>
          <a:p>
            <a:r>
              <a:rPr lang="en-US" altLang="zh-CN" sz="1400" dirty="0"/>
              <a:t>10 02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=12 -O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更新</a:t>
            </a:r>
            <a:r>
              <a:rPr lang="en-US" altLang="zh-CN" sz="1400" dirty="0"/>
              <a:t>SDK</a:t>
            </a:r>
            <a:r>
              <a:rPr lang="zh-CN" altLang="en-US" sz="1400" dirty="0"/>
              <a:t>登入注册统计</a:t>
            </a:r>
          </a:p>
          <a:p>
            <a:r>
              <a:rPr lang="en-US" altLang="zh-CN" sz="1400" dirty="0"/>
              <a:t>15 02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=13 -O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更新视频播放次数统计</a:t>
            </a:r>
            <a:r>
              <a:rPr lang="en-US" altLang="zh-CN" sz="1400" dirty="0"/>
              <a:t>:</a:t>
            </a:r>
          </a:p>
          <a:p>
            <a:r>
              <a:rPr lang="en-US" altLang="zh-CN" sz="1400" dirty="0"/>
              <a:t>18 02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=14 -O /</a:t>
            </a:r>
            <a:r>
              <a:rPr lang="en-US" altLang="zh-CN" sz="1400" dirty="0" err="1" smtClean="0"/>
              <a:t>dev</a:t>
            </a:r>
            <a:r>
              <a:rPr lang="en-US" altLang="zh-CN" sz="1400" dirty="0" smtClean="0"/>
              <a:t>/null</a:t>
            </a:r>
            <a:endParaRPr lang="en-US" altLang="zh-CN" sz="1400" dirty="0"/>
          </a:p>
          <a:p>
            <a:r>
              <a:rPr lang="en-US" altLang="zh-CN" sz="1400" dirty="0"/>
              <a:t>#=======</a:t>
            </a:r>
            <a:r>
              <a:rPr lang="zh-CN" altLang="en-US" sz="1400" dirty="0"/>
              <a:t>执行数据的归档操作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手柄数据归档</a:t>
            </a:r>
          </a:p>
          <a:p>
            <a:r>
              <a:rPr lang="en-US" altLang="zh-CN" sz="1400" dirty="0"/>
              <a:t>10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=3 -O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关键词数据归档</a:t>
            </a:r>
          </a:p>
          <a:p>
            <a:r>
              <a:rPr lang="en-US" altLang="zh-CN" sz="1400" dirty="0"/>
              <a:t>20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=31 -O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游戏下载数据归档</a:t>
            </a:r>
          </a:p>
          <a:p>
            <a:r>
              <a:rPr lang="en-US" altLang="zh-CN" sz="1400" dirty="0"/>
              <a:t>30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=32 -O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#SDK</a:t>
            </a:r>
            <a:r>
              <a:rPr lang="zh-CN" altLang="en-US" sz="1400" dirty="0"/>
              <a:t>打开数据归档</a:t>
            </a:r>
          </a:p>
          <a:p>
            <a:r>
              <a:rPr lang="en-US" altLang="zh-CN" sz="1400" dirty="0"/>
              <a:t>35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=33 -O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视频播放数据归档</a:t>
            </a:r>
            <a:r>
              <a:rPr lang="en-US" altLang="zh-CN" sz="1400" dirty="0"/>
              <a:t>:</a:t>
            </a:r>
          </a:p>
          <a:p>
            <a:r>
              <a:rPr lang="en-US" altLang="zh-CN" sz="1400" dirty="0"/>
              <a:t>38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=34 -O /</a:t>
            </a:r>
            <a:r>
              <a:rPr lang="en-US" altLang="zh-CN" sz="1400" dirty="0" err="1" smtClean="0"/>
              <a:t>dev</a:t>
            </a:r>
            <a:r>
              <a:rPr lang="en-US" altLang="zh-CN" sz="1400" dirty="0" smtClean="0"/>
              <a:t>/null</a:t>
            </a:r>
            <a:endParaRPr lang="en-US" altLang="zh-CN" sz="1400" dirty="0"/>
          </a:p>
          <a:p>
            <a:r>
              <a:rPr lang="en-US" altLang="zh-CN" sz="1400" dirty="0"/>
              <a:t>#=======</a:t>
            </a:r>
            <a:r>
              <a:rPr lang="zh-CN" altLang="en-US" sz="1400" dirty="0"/>
              <a:t>执行统计数据的更新统计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手柄包括的游戏数量统计更新</a:t>
            </a:r>
          </a:p>
          <a:p>
            <a:r>
              <a:rPr lang="en-US" altLang="zh-CN" sz="1400" dirty="0"/>
              <a:t>15 03 * * * </a:t>
            </a:r>
            <a:r>
              <a:rPr lang="en-US" altLang="zh-CN" sz="1400" dirty="0" err="1"/>
              <a:t>wget</a:t>
            </a:r>
            <a:r>
              <a:rPr lang="en-US" altLang="zh-CN" sz="1400" dirty="0"/>
              <a:t> -q http://</a:t>
            </a:r>
            <a:r>
              <a:rPr lang="en-US" altLang="zh-CN" sz="1400" dirty="0" err="1"/>
              <a:t>api.kuaiyouxi.com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index.php?act</a:t>
            </a:r>
            <a:r>
              <a:rPr lang="en-US" altLang="zh-CN" sz="1400" dirty="0"/>
              <a:t>=4 -O /</a:t>
            </a:r>
            <a:r>
              <a:rPr lang="en-US" altLang="zh-CN" sz="1400" dirty="0" err="1"/>
              <a:t>dev</a:t>
            </a:r>
            <a:r>
              <a:rPr lang="en-US" altLang="zh-CN" sz="1400" dirty="0"/>
              <a:t>/null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262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1619"/>
            <a:ext cx="10515600" cy="766989"/>
          </a:xfrm>
        </p:spPr>
        <p:txBody>
          <a:bodyPr/>
          <a:lstStyle/>
          <a:p>
            <a:r>
              <a:rPr lang="zh-CN" altLang="en-US" dirty="0"/>
              <a:t>服务器执行的计划任务</a:t>
            </a:r>
            <a:r>
              <a:rPr lang="en-US" altLang="zh-CN" dirty="0"/>
              <a:t>(</a:t>
            </a:r>
            <a:r>
              <a:rPr lang="en-US" altLang="zh-CN" dirty="0" err="1" smtClean="0"/>
              <a:t>WEB2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7680" y="818608"/>
            <a:ext cx="9988731" cy="5965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 smtClean="0"/>
              <a:t>#</a:t>
            </a:r>
            <a:r>
              <a:rPr lang="zh-CN" altLang="en-US" sz="1400" dirty="0" smtClean="0">
                <a:solidFill>
                  <a:srgbClr val="FF0000"/>
                </a:solidFill>
              </a:rPr>
              <a:t>存放路径</a:t>
            </a:r>
            <a:r>
              <a:rPr lang="en-US" altLang="zh-CN" sz="1400" dirty="0" smtClean="0">
                <a:solidFill>
                  <a:srgbClr val="FF0000"/>
                </a:solidFill>
              </a:rPr>
              <a:t>(</a:t>
            </a:r>
            <a:r>
              <a:rPr lang="zh-CN" altLang="en-US" sz="1400" dirty="0" smtClean="0">
                <a:solidFill>
                  <a:srgbClr val="FF0000"/>
                </a:solidFill>
              </a:rPr>
              <a:t>在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WEB2</a:t>
            </a:r>
            <a:r>
              <a:rPr lang="zh-CN" altLang="en-US" sz="1400" dirty="0" smtClean="0">
                <a:solidFill>
                  <a:srgbClr val="FF0000"/>
                </a:solidFill>
              </a:rPr>
              <a:t>上</a:t>
            </a:r>
            <a:r>
              <a:rPr lang="en-US" altLang="zh-CN" sz="1400" dirty="0" smtClean="0">
                <a:solidFill>
                  <a:srgbClr val="FF0000"/>
                </a:solidFill>
              </a:rPr>
              <a:t>):/</a:t>
            </a:r>
            <a:r>
              <a:rPr lang="en-US" altLang="zh-CN" sz="1400" dirty="0">
                <a:solidFill>
                  <a:srgbClr val="FF0000"/>
                </a:solidFill>
              </a:rPr>
              <a:t>data/web/</a:t>
            </a:r>
            <a:r>
              <a:rPr lang="en-US" altLang="zh-CN" sz="1400" dirty="0" err="1">
                <a:solidFill>
                  <a:srgbClr val="FF0000"/>
                </a:solidFill>
              </a:rPr>
              <a:t>web_shell</a:t>
            </a:r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en-US" altLang="zh-CN" sz="1400" dirty="0" err="1">
                <a:solidFill>
                  <a:srgbClr val="FF0000"/>
                </a:solidFill>
              </a:rPr>
              <a:t>update_count_all.sh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100" dirty="0" smtClean="0"/>
              <a:t>#</a:t>
            </a:r>
            <a:r>
              <a:rPr lang="zh-CN" altLang="en-US" sz="1100" dirty="0"/>
              <a:t>按统计的顺序执行数据统计</a:t>
            </a:r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特别注意一定要按顺序来执行</a:t>
            </a:r>
          </a:p>
          <a:p>
            <a:r>
              <a:rPr lang="en-US" altLang="zh-CN" sz="1100" dirty="0"/>
              <a:t>#</a:t>
            </a:r>
          </a:p>
          <a:p>
            <a:r>
              <a:rPr lang="en-US" altLang="zh-CN" sz="1100" dirty="0"/>
              <a:t>if [ -z "$1" ];then #</a:t>
            </a:r>
            <a:r>
              <a:rPr lang="zh-CN" altLang="en-US" sz="1100" dirty="0"/>
              <a:t>如果没有传日期进来，则用前一天的时间</a:t>
            </a:r>
          </a:p>
          <a:p>
            <a:r>
              <a:rPr lang="en-US" altLang="zh-CN" sz="1100" dirty="0" err="1"/>
              <a:t>mytime</a:t>
            </a:r>
            <a:r>
              <a:rPr lang="en-US" altLang="zh-CN" sz="1100" dirty="0"/>
              <a:t>=`date -d last-day +%</a:t>
            </a:r>
            <a:r>
              <a:rPr lang="en-US" altLang="zh-CN" sz="1100" dirty="0" err="1"/>
              <a:t>Y%m%d</a:t>
            </a:r>
            <a:r>
              <a:rPr lang="en-US" altLang="zh-CN" sz="1100" dirty="0"/>
              <a:t>`;</a:t>
            </a:r>
          </a:p>
          <a:p>
            <a:r>
              <a:rPr lang="en-US" altLang="zh-CN" sz="1100" dirty="0"/>
              <a:t>else #</a:t>
            </a:r>
            <a:r>
              <a:rPr lang="zh-CN" altLang="en-US" sz="1100" dirty="0"/>
              <a:t>如果有传日期进来，则用传进来的时间</a:t>
            </a:r>
          </a:p>
          <a:p>
            <a:r>
              <a:rPr lang="en-US" altLang="zh-CN" sz="1100" dirty="0" err="1"/>
              <a:t>mytime</a:t>
            </a:r>
            <a:r>
              <a:rPr lang="en-US" altLang="zh-CN" sz="1100" dirty="0"/>
              <a:t>=$1;</a:t>
            </a:r>
          </a:p>
          <a:p>
            <a:r>
              <a:rPr lang="en-US" altLang="zh-CN" sz="1100" dirty="0"/>
              <a:t>fi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执行统计的时间</a:t>
            </a:r>
            <a:r>
              <a:rPr lang="en-US" altLang="zh-CN" sz="1100" dirty="0"/>
              <a:t>:" $</a:t>
            </a:r>
            <a:r>
              <a:rPr lang="en-US" altLang="zh-CN" sz="1100" dirty="0" err="1"/>
              <a:t>mytime</a:t>
            </a:r>
            <a:r>
              <a:rPr lang="en-US" altLang="zh-CN" sz="1100" dirty="0"/>
              <a:t>;</a:t>
            </a:r>
          </a:p>
          <a:p>
            <a:endParaRPr lang="en-US" altLang="zh-CN" sz="1100" dirty="0"/>
          </a:p>
          <a:p>
            <a:r>
              <a:rPr lang="en-US" altLang="zh-CN" sz="1100" dirty="0"/>
              <a:t>#######</a:t>
            </a:r>
            <a:r>
              <a:rPr lang="zh-CN" altLang="en-US" sz="1100" dirty="0"/>
              <a:t>执行上一天的统计</a:t>
            </a:r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定期统计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版本</a:t>
            </a:r>
            <a:r>
              <a:rPr lang="en-US" altLang="zh-CN" sz="1100" dirty="0"/>
              <a:t>+</a:t>
            </a:r>
            <a:r>
              <a:rPr lang="zh-CN" altLang="en-US" sz="1100" dirty="0"/>
              <a:t>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注册信息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定期统计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版本</a:t>
            </a:r>
            <a:r>
              <a:rPr lang="en-US" altLang="zh-CN" sz="1100" dirty="0"/>
              <a:t>+</a:t>
            </a:r>
            <a:r>
              <a:rPr lang="zh-CN" altLang="en-US" sz="1100" dirty="0"/>
              <a:t>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注册信息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update_reg_mac_redis.php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 smtClean="0"/>
              <a:t>;</a:t>
            </a:r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版本</a:t>
            </a:r>
            <a:r>
              <a:rPr lang="en-US" altLang="zh-CN" sz="1100" dirty="0"/>
              <a:t>+</a:t>
            </a:r>
            <a:r>
              <a:rPr lang="zh-CN" altLang="en-US" sz="1100" dirty="0"/>
              <a:t>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版本</a:t>
            </a:r>
            <a:r>
              <a:rPr lang="en-US" altLang="zh-CN" sz="1100" dirty="0"/>
              <a:t>+</a:t>
            </a:r>
            <a:r>
              <a:rPr lang="zh-CN" altLang="en-US" sz="1100" dirty="0"/>
              <a:t>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update_gamevc_chl_count_redis.php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 smtClean="0"/>
              <a:t>;</a:t>
            </a:r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盒子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盒子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update_game_model_count_redis.php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 smtClean="0"/>
              <a:t>;</a:t>
            </a:r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每天更新统计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手柄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 数量</a:t>
            </a:r>
            <a:r>
              <a:rPr lang="en-US" altLang="zh-CN" sz="1100" dirty="0"/>
              <a:t>(</a:t>
            </a:r>
            <a:r>
              <a:rPr lang="zh-CN" altLang="en-US" sz="1100" dirty="0"/>
              <a:t>即使用人数</a:t>
            </a:r>
            <a:r>
              <a:rPr lang="en-US" altLang="zh-CN" sz="1100" dirty="0"/>
              <a:t>)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每天更新统计 游戏 </a:t>
            </a:r>
            <a:r>
              <a:rPr lang="en-US" altLang="zh-CN" sz="1100" dirty="0"/>
              <a:t>+</a:t>
            </a:r>
            <a:r>
              <a:rPr lang="zh-CN" altLang="en-US" sz="1100" dirty="0"/>
              <a:t>手柄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 数量</a:t>
            </a:r>
            <a:r>
              <a:rPr lang="en-US" altLang="zh-CN" sz="1100" dirty="0"/>
              <a:t>(</a:t>
            </a:r>
            <a:r>
              <a:rPr lang="zh-CN" altLang="en-US" sz="1100" dirty="0"/>
              <a:t>即使用人数</a:t>
            </a:r>
            <a:r>
              <a:rPr lang="en-US" altLang="zh-CN" sz="1100" dirty="0"/>
              <a:t>)";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update_game_device_count_redis.php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 smtClean="0"/>
              <a:t>;</a:t>
            </a:r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每天更新统计 渠道 </a:t>
            </a:r>
            <a:r>
              <a:rPr lang="en-US" altLang="zh-CN" sz="1100" dirty="0"/>
              <a:t>+</a:t>
            </a:r>
            <a:r>
              <a:rPr lang="zh-CN" altLang="en-US" sz="1100" dirty="0"/>
              <a:t>盒子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每天更新统计 渠道 </a:t>
            </a:r>
            <a:r>
              <a:rPr lang="en-US" altLang="zh-CN" sz="1100" dirty="0"/>
              <a:t>+</a:t>
            </a:r>
            <a:r>
              <a:rPr lang="zh-CN" altLang="en-US" sz="1100" dirty="0"/>
              <a:t>盒子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update_chl_model_count_redis.php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 smtClean="0"/>
              <a:t>;</a:t>
            </a:r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每天统计 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每天统计 渠道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的注册 及登陆 数量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update_chl_count_redis.php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/>
              <a:t>;</a:t>
            </a:r>
          </a:p>
          <a:p>
            <a:endParaRPr lang="en-US" altLang="zh-CN" sz="1100" dirty="0"/>
          </a:p>
          <a:p>
            <a:r>
              <a:rPr lang="en-US" altLang="zh-CN" sz="1100" dirty="0"/>
              <a:t>#</a:t>
            </a:r>
            <a:r>
              <a:rPr lang="zh-CN" altLang="en-US" sz="1100" dirty="0"/>
              <a:t>执行 每天更新统计 渠道 </a:t>
            </a:r>
            <a:r>
              <a:rPr lang="en-US" altLang="zh-CN" sz="1100" dirty="0"/>
              <a:t>+ </a:t>
            </a:r>
            <a:r>
              <a:rPr lang="zh-CN" altLang="en-US" sz="1100" dirty="0"/>
              <a:t>推广游戏</a:t>
            </a:r>
            <a:r>
              <a:rPr lang="en-US" altLang="zh-CN" sz="1100" dirty="0"/>
              <a:t>ID + </a:t>
            </a:r>
            <a:r>
              <a:rPr lang="zh-CN" altLang="en-US" sz="1100" dirty="0"/>
              <a:t>推广游戏版本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的展示、下载 及安装 数量</a:t>
            </a:r>
          </a:p>
          <a:p>
            <a:r>
              <a:rPr lang="en-US" altLang="zh-CN" sz="1100" dirty="0"/>
              <a:t>echo "</a:t>
            </a:r>
            <a:r>
              <a:rPr lang="zh-CN" altLang="en-US" sz="1100" dirty="0"/>
              <a:t>执行 每天更新统计 渠道 </a:t>
            </a:r>
            <a:r>
              <a:rPr lang="en-US" altLang="zh-CN" sz="1100" dirty="0"/>
              <a:t>+ </a:t>
            </a:r>
            <a:r>
              <a:rPr lang="zh-CN" altLang="en-US" sz="1100" dirty="0"/>
              <a:t>推广游戏</a:t>
            </a:r>
            <a:r>
              <a:rPr lang="en-US" altLang="zh-CN" sz="1100" dirty="0"/>
              <a:t>ID + </a:t>
            </a:r>
            <a:r>
              <a:rPr lang="zh-CN" altLang="en-US" sz="1100" dirty="0"/>
              <a:t>推广游戏版本 </a:t>
            </a:r>
            <a:r>
              <a:rPr lang="en-US" altLang="zh-CN" sz="1100" dirty="0"/>
              <a:t>+ MAC </a:t>
            </a:r>
            <a:r>
              <a:rPr lang="zh-CN" altLang="en-US" sz="1100" dirty="0"/>
              <a:t>的展示、下载 及安装 数量</a:t>
            </a:r>
            <a:r>
              <a:rPr lang="en-US" altLang="zh-CN" sz="1100" dirty="0"/>
              <a:t>";</a:t>
            </a:r>
          </a:p>
          <a:p>
            <a:r>
              <a:rPr lang="en-US" altLang="zh-CN" sz="1100" dirty="0"/>
              <a:t>/data/web/</a:t>
            </a:r>
            <a:r>
              <a:rPr lang="en-US" altLang="zh-CN" sz="1100" dirty="0" err="1"/>
              <a:t>api.kuaiyouxi.com</a:t>
            </a:r>
            <a:r>
              <a:rPr lang="en-US" altLang="zh-CN" sz="1100" dirty="0"/>
              <a:t>/</a:t>
            </a:r>
            <a:r>
              <a:rPr lang="en-US" altLang="zh-CN" sz="1100" dirty="0" err="1"/>
              <a:t>count_data</a:t>
            </a:r>
            <a:r>
              <a:rPr lang="en-US" altLang="zh-CN" sz="1100" dirty="0"/>
              <a:t>/</a:t>
            </a:r>
            <a:r>
              <a:rPr lang="en-US" altLang="zh-CN" sz="1100" dirty="0" err="1"/>
              <a:t>update_chl_adgame_count_redis.php</a:t>
            </a:r>
            <a:r>
              <a:rPr lang="en-US" altLang="zh-CN" sz="1100" dirty="0"/>
              <a:t> $</a:t>
            </a:r>
            <a:r>
              <a:rPr lang="en-US" altLang="zh-CN" sz="1100" dirty="0" err="1"/>
              <a:t>mytime</a:t>
            </a:r>
            <a:r>
              <a:rPr lang="en-US" altLang="zh-CN" sz="1100" dirty="0"/>
              <a:t>;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0978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9993"/>
            <a:ext cx="10515600" cy="871492"/>
          </a:xfrm>
        </p:spPr>
        <p:txBody>
          <a:bodyPr/>
          <a:lstStyle/>
          <a:p>
            <a:r>
              <a:rPr lang="en-US" altLang="zh-CN" dirty="0" err="1"/>
              <a:t>memcache</a:t>
            </a:r>
            <a:r>
              <a:rPr lang="zh-CN" altLang="en-US" dirty="0" smtClean="0"/>
              <a:t>缓存系统</a:t>
            </a:r>
            <a:r>
              <a:rPr lang="en-US" altLang="zh-CN" dirty="0" smtClean="0"/>
              <a:t>(</a:t>
            </a:r>
            <a:r>
              <a:rPr lang="zh-CN" altLang="en-US" dirty="0" smtClean="0"/>
              <a:t>运维配置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05394" y="1715587"/>
            <a:ext cx="9892937" cy="3788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//===========</a:t>
            </a:r>
            <a:r>
              <a:rPr lang="en-US" altLang="zh-CN" dirty="0"/>
              <a:t>begin </a:t>
            </a:r>
            <a:r>
              <a:rPr lang="en-US" altLang="zh-CN" dirty="0" err="1"/>
              <a:t>memcache</a:t>
            </a:r>
            <a:r>
              <a:rPr lang="zh-CN" altLang="en-US" dirty="0"/>
              <a:t>服务器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===================</a:t>
            </a:r>
          </a:p>
          <a:p>
            <a:r>
              <a:rPr lang="en-US" altLang="zh-CN" dirty="0" smtClean="0"/>
              <a:t>//</a:t>
            </a:r>
            <a:r>
              <a:rPr lang="zh-CN" altLang="en-US" dirty="0" smtClean="0"/>
              <a:t>该系统用于搜索功能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MEMCACHE_HOST</a:t>
            </a:r>
            <a:r>
              <a:rPr lang="en-US" altLang="zh-CN" dirty="0"/>
              <a:t>', '10.140.6.31</a:t>
            </a:r>
            <a:r>
              <a:rPr lang="en-US" altLang="zh-CN" dirty="0" smtClean="0"/>
              <a:t>');</a:t>
            </a:r>
            <a:br>
              <a:rPr lang="en-US" altLang="zh-CN" dirty="0" smtClean="0"/>
            </a:br>
            <a:r>
              <a:rPr lang="en-US" altLang="zh-CN" dirty="0" smtClean="0"/>
              <a:t>//</a:t>
            </a:r>
            <a:r>
              <a:rPr lang="en-US" altLang="zh-CN" dirty="0" err="1"/>
              <a:t>memcache</a:t>
            </a:r>
            <a:r>
              <a:rPr lang="zh-CN" altLang="en-US" dirty="0"/>
              <a:t>服务器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MEMCACHE_PORT</a:t>
            </a:r>
            <a:r>
              <a:rPr lang="en-US" altLang="zh-CN" dirty="0"/>
              <a:t>', 12000</a:t>
            </a:r>
            <a:r>
              <a:rPr lang="en-US" altLang="zh-CN" dirty="0" smtClean="0"/>
              <a:t>);</a:t>
            </a:r>
            <a:br>
              <a:rPr lang="en-US" altLang="zh-CN" dirty="0" smtClean="0"/>
            </a:br>
            <a:r>
              <a:rPr lang="en-US" altLang="zh-CN" dirty="0" smtClean="0"/>
              <a:t>//</a:t>
            </a:r>
            <a:r>
              <a:rPr lang="en-US" altLang="zh-CN" dirty="0" err="1"/>
              <a:t>memcache</a:t>
            </a:r>
            <a:r>
              <a:rPr lang="zh-CN" altLang="en-US" dirty="0"/>
              <a:t>服务器</a:t>
            </a:r>
            <a:r>
              <a:rPr lang="zh-CN" altLang="en-US" dirty="0" smtClean="0"/>
              <a:t>端口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MEMCACHE_EXPIRATION</a:t>
            </a:r>
            <a:r>
              <a:rPr lang="en-US" altLang="zh-CN" dirty="0"/>
              <a:t>', 5</a:t>
            </a:r>
            <a:r>
              <a:rPr lang="en-US" altLang="zh-CN" dirty="0" smtClean="0"/>
              <a:t>);</a:t>
            </a:r>
            <a:br>
              <a:rPr lang="en-US" altLang="zh-CN" dirty="0" smtClean="0"/>
            </a:br>
            <a:r>
              <a:rPr lang="en-US" altLang="zh-CN" dirty="0" smtClean="0"/>
              <a:t>//</a:t>
            </a:r>
            <a:r>
              <a:rPr lang="zh-CN" altLang="en-US" dirty="0"/>
              <a:t>缓存时间</a:t>
            </a:r>
            <a:r>
              <a:rPr lang="en-US" altLang="zh-CN" dirty="0"/>
              <a:t>(0</a:t>
            </a:r>
            <a:r>
              <a:rPr lang="zh-CN" altLang="en-US" dirty="0"/>
              <a:t>表示永远不会过期</a:t>
            </a:r>
            <a:r>
              <a:rPr lang="en-US" altLang="zh-CN" dirty="0" smtClean="0"/>
              <a:t>)</a:t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MEMCACHE_PREFIX</a:t>
            </a:r>
            <a:r>
              <a:rPr lang="en-US" altLang="zh-CN" dirty="0"/>
              <a:t>', '</a:t>
            </a:r>
            <a:r>
              <a:rPr lang="en-US" altLang="zh-CN" dirty="0" err="1"/>
              <a:t>kyx</a:t>
            </a:r>
            <a:r>
              <a:rPr lang="en-US" altLang="zh-CN" dirty="0" smtClean="0"/>
              <a:t>');</a:t>
            </a:r>
            <a:br>
              <a:rPr lang="en-US" altLang="zh-CN" dirty="0" smtClean="0"/>
            </a:br>
            <a:r>
              <a:rPr lang="en-US" altLang="zh-CN" dirty="0" smtClean="0"/>
              <a:t>//</a:t>
            </a:r>
            <a:r>
              <a:rPr lang="en-US" altLang="zh-CN" dirty="0"/>
              <a:t>KEY</a:t>
            </a:r>
            <a:r>
              <a:rPr lang="zh-CN" altLang="en-US" dirty="0"/>
              <a:t>的</a:t>
            </a:r>
            <a:r>
              <a:rPr lang="en-US" altLang="zh-CN" dirty="0" err="1"/>
              <a:t>MD5</a:t>
            </a:r>
            <a:r>
              <a:rPr lang="zh-CN" altLang="en-US" dirty="0"/>
              <a:t>前</a:t>
            </a:r>
            <a:r>
              <a:rPr lang="zh-CN" altLang="en-US" dirty="0" smtClean="0"/>
              <a:t>辍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MEMCACHE_COMPRESSION</a:t>
            </a:r>
            <a:r>
              <a:rPr lang="en-US" altLang="zh-CN" dirty="0"/>
              <a:t>', FALSE);//</a:t>
            </a:r>
            <a:r>
              <a:rPr lang="zh-CN" altLang="en-US" dirty="0"/>
              <a:t>是否对数据进行</a:t>
            </a:r>
            <a:r>
              <a:rPr lang="zh-CN" altLang="en-US" dirty="0" smtClean="0"/>
              <a:t>压缩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//============end </a:t>
            </a:r>
            <a:r>
              <a:rPr lang="en-US" altLang="zh-CN" dirty="0" err="1"/>
              <a:t>memcache</a:t>
            </a:r>
            <a:r>
              <a:rPr lang="en-US" altLang="zh-CN" dirty="0"/>
              <a:t> </a:t>
            </a:r>
            <a:r>
              <a:rPr lang="zh-CN" altLang="en-US" dirty="0"/>
              <a:t>服务器配置</a:t>
            </a:r>
            <a:r>
              <a:rPr lang="en-US" altLang="zh-CN" dirty="0"/>
              <a:t>========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469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缓存系统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缓存系统目前只用在于数据统计入库的环节</a:t>
            </a:r>
            <a:r>
              <a:rPr lang="en-US" altLang="zh-CN" dirty="0" smtClean="0"/>
              <a:t>.</a:t>
            </a:r>
          </a:p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缓存系统只安装在</a:t>
            </a:r>
            <a:r>
              <a:rPr lang="en-US" altLang="zh-CN" dirty="0" err="1" smtClean="0"/>
              <a:t>WEB2</a:t>
            </a:r>
            <a:r>
              <a:rPr lang="zh-CN" altLang="en-US" dirty="0" smtClean="0"/>
              <a:t>服务器上</a:t>
            </a:r>
            <a:r>
              <a:rPr lang="en-US" altLang="zh-CN" dirty="0" smtClean="0"/>
              <a:t>,</a:t>
            </a:r>
            <a:r>
              <a:rPr lang="zh-CN" altLang="en-US" dirty="0" smtClean="0"/>
              <a:t>而且目前只是在进行数据统计时去对数据对重时使用到</a:t>
            </a:r>
            <a:r>
              <a:rPr lang="en-US" altLang="zh-CN" dirty="0" smtClean="0"/>
              <a:t>.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/>
              <a:t>//</a:t>
            </a:r>
            <a:r>
              <a:rPr lang="en-US" altLang="zh-CN" dirty="0" err="1"/>
              <a:t>redis</a:t>
            </a:r>
            <a:r>
              <a:rPr lang="zh-CN" altLang="en-US" dirty="0" smtClean="0"/>
              <a:t>连接</a:t>
            </a:r>
            <a:r>
              <a:rPr lang="en-US" altLang="zh-CN" dirty="0" smtClean="0"/>
              <a:t>( </a:t>
            </a:r>
            <a:r>
              <a:rPr lang="zh-CN" altLang="en-US" dirty="0" smtClean="0"/>
              <a:t>只有在</a:t>
            </a:r>
            <a:r>
              <a:rPr lang="en-US" altLang="zh-CN" dirty="0" err="1" smtClean="0"/>
              <a:t>WEB2</a:t>
            </a:r>
            <a:r>
              <a:rPr lang="zh-CN" altLang="en-US" dirty="0" smtClean="0"/>
              <a:t>服务器上能连接</a:t>
            </a:r>
            <a:r>
              <a:rPr lang="en-US" altLang="zh-CN" dirty="0" smtClean="0"/>
              <a:t>.)</a:t>
            </a:r>
            <a:endParaRPr lang="zh-CN" altLang="en-US" dirty="0"/>
          </a:p>
          <a:p>
            <a:r>
              <a:rPr lang="en-US" altLang="zh-CN" dirty="0"/>
              <a:t>$b = array('host'=&gt;'</a:t>
            </a:r>
            <a:r>
              <a:rPr lang="en-US" altLang="zh-CN" dirty="0" err="1"/>
              <a:t>127.0.0.1','port</a:t>
            </a:r>
            <a:r>
              <a:rPr lang="en-US" altLang="zh-CN" dirty="0"/>
              <a:t>'=&gt;6379);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410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7408"/>
            <a:ext cx="10515600" cy="854075"/>
          </a:xfrm>
        </p:spPr>
        <p:txBody>
          <a:bodyPr/>
          <a:lstStyle/>
          <a:p>
            <a:r>
              <a:rPr lang="en-US" altLang="zh-CN" dirty="0" err="1"/>
              <a:t>coreseek</a:t>
            </a:r>
            <a:r>
              <a:rPr lang="zh-CN" altLang="en-US" dirty="0" smtClean="0"/>
              <a:t>搜索系统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7051" y="896983"/>
            <a:ext cx="10467703" cy="579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//===========================================</a:t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SPHINX_HOST</a:t>
            </a:r>
            <a:r>
              <a:rPr lang="en-US" altLang="zh-CN" dirty="0"/>
              <a:t>', '10.140.6.31</a:t>
            </a:r>
            <a:r>
              <a:rPr lang="en-US" altLang="zh-CN" dirty="0" smtClean="0"/>
              <a:t>');//</a:t>
            </a:r>
            <a:r>
              <a:rPr lang="en-US" altLang="zh-CN" dirty="0" err="1"/>
              <a:t>coreseek</a:t>
            </a:r>
            <a:r>
              <a:rPr lang="zh-CN" altLang="en-US" dirty="0"/>
              <a:t>服务器</a:t>
            </a:r>
            <a:r>
              <a:rPr lang="zh-CN" altLang="en-US" dirty="0" smtClean="0"/>
              <a:t>地址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define</a:t>
            </a:r>
            <a:r>
              <a:rPr lang="en-US" altLang="zh-CN" dirty="0"/>
              <a:t>('</a:t>
            </a:r>
            <a:r>
              <a:rPr lang="en-US" altLang="zh-CN" dirty="0" err="1"/>
              <a:t>SPHINX_PORT</a:t>
            </a:r>
            <a:r>
              <a:rPr lang="en-US" altLang="zh-CN" dirty="0"/>
              <a:t>', 9312</a:t>
            </a:r>
            <a:r>
              <a:rPr lang="en-US" altLang="zh-CN" dirty="0" smtClean="0"/>
              <a:t>);//</a:t>
            </a:r>
            <a:r>
              <a:rPr lang="en-US" altLang="zh-CN" dirty="0" err="1"/>
              <a:t>coreseek</a:t>
            </a:r>
            <a:r>
              <a:rPr lang="zh-CN" altLang="en-US" dirty="0"/>
              <a:t>服务器</a:t>
            </a:r>
            <a:r>
              <a:rPr lang="zh-CN" altLang="en-US" dirty="0" smtClean="0"/>
              <a:t>端口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//===========================================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/>
              <a:t>搜索索引的生成以及重启操作</a:t>
            </a:r>
            <a:r>
              <a:rPr lang="en-US" altLang="zh-CN" dirty="0"/>
              <a:t>:(</a:t>
            </a:r>
            <a:r>
              <a:rPr lang="zh-CN" altLang="en-US" dirty="0"/>
              <a:t>这在</a:t>
            </a:r>
            <a:r>
              <a:rPr lang="en-US" altLang="zh-CN" dirty="0" err="1"/>
              <a:t>WEB2</a:t>
            </a:r>
            <a:r>
              <a:rPr lang="zh-CN" altLang="en-US" dirty="0"/>
              <a:t>上安装了的</a:t>
            </a:r>
            <a:r>
              <a:rPr lang="en-US" altLang="zh-CN" dirty="0"/>
              <a:t>,</a:t>
            </a:r>
            <a:r>
              <a:rPr lang="zh-CN" altLang="en-US" dirty="0"/>
              <a:t>需要在</a:t>
            </a:r>
            <a:r>
              <a:rPr lang="en-US" altLang="zh-CN" dirty="0" err="1"/>
              <a:t>WEB2</a:t>
            </a:r>
            <a:r>
              <a:rPr lang="zh-CN" altLang="en-US" dirty="0"/>
              <a:t>上操作服务器</a:t>
            </a:r>
            <a:r>
              <a:rPr lang="en-US" altLang="zh-CN" dirty="0" err="1"/>
              <a:t>IP:101.251.106.188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操作说明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创建主索引方式</a:t>
            </a:r>
            <a:r>
              <a:rPr lang="en-US" altLang="zh-CN" dirty="0"/>
              <a:t>(</a:t>
            </a:r>
            <a:r>
              <a:rPr lang="zh-CN" altLang="en-US" dirty="0"/>
              <a:t>重新生成所有的索引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/bin/indexer -c 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csft_kyx.conf</a:t>
            </a:r>
            <a:r>
              <a:rPr lang="en-US" altLang="zh-CN" dirty="0"/>
              <a:t> --all --rotate</a:t>
            </a:r>
          </a:p>
          <a:p>
            <a:endParaRPr lang="en-US" altLang="zh-CN" dirty="0"/>
          </a:p>
          <a:p>
            <a:r>
              <a:rPr lang="zh-CN" altLang="en-US" dirty="0"/>
              <a:t>启动后台服务（必须开启</a:t>
            </a:r>
            <a:r>
              <a:rPr lang="en-US" altLang="zh-CN" dirty="0"/>
              <a:t>,</a:t>
            </a:r>
            <a:r>
              <a:rPr lang="zh-CN" altLang="en-US" dirty="0"/>
              <a:t>要先创建了主索引才能开启的）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/bin/</a:t>
            </a:r>
            <a:r>
              <a:rPr lang="en-US" altLang="zh-CN" dirty="0" err="1"/>
              <a:t>searchd</a:t>
            </a:r>
            <a:r>
              <a:rPr lang="en-US" altLang="zh-CN" dirty="0"/>
              <a:t> -c 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csft_kyx.conf</a:t>
            </a:r>
            <a:r>
              <a:rPr lang="en-US" altLang="zh-CN" dirty="0"/>
              <a:t>  </a:t>
            </a:r>
          </a:p>
          <a:p>
            <a:r>
              <a:rPr lang="zh-CN" altLang="en-US" dirty="0"/>
              <a:t>创建增量索引方式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/bin/indexer -c 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csft_kyx.conf</a:t>
            </a:r>
            <a:r>
              <a:rPr lang="en-US" altLang="zh-CN" dirty="0"/>
              <a:t> </a:t>
            </a:r>
            <a:r>
              <a:rPr lang="en-US" altLang="zh-CN" dirty="0" err="1"/>
              <a:t>delta_mzw_game</a:t>
            </a:r>
            <a:r>
              <a:rPr lang="en-US" altLang="zh-CN" dirty="0"/>
              <a:t> --</a:t>
            </a:r>
            <a:r>
              <a:rPr lang="en-US" altLang="zh-CN" dirty="0" smtClean="0"/>
              <a:t>rotate</a:t>
            </a:r>
            <a:endParaRPr lang="en-US" altLang="zh-CN" dirty="0"/>
          </a:p>
          <a:p>
            <a:r>
              <a:rPr lang="zh-CN" altLang="en-US" dirty="0"/>
              <a:t>把增量索引合并到主索引的操作方式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/bin/indexer -c 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csft_kyx.conf</a:t>
            </a:r>
            <a:r>
              <a:rPr lang="en-US" altLang="zh-CN" dirty="0"/>
              <a:t> --merge </a:t>
            </a:r>
            <a:r>
              <a:rPr lang="en-US" altLang="zh-CN" dirty="0" err="1"/>
              <a:t>mzw_game</a:t>
            </a:r>
            <a:r>
              <a:rPr lang="en-US" altLang="zh-CN" dirty="0"/>
              <a:t> </a:t>
            </a:r>
            <a:r>
              <a:rPr lang="en-US" altLang="zh-CN" dirty="0" err="1"/>
              <a:t>delta_mzw_game</a:t>
            </a:r>
            <a:r>
              <a:rPr lang="en-US" altLang="zh-CN" dirty="0"/>
              <a:t> --rotate --merge-</a:t>
            </a:r>
            <a:r>
              <a:rPr lang="en-US" altLang="zh-CN" dirty="0" err="1"/>
              <a:t>dst</a:t>
            </a:r>
            <a:r>
              <a:rPr lang="en-US" altLang="zh-CN" dirty="0"/>
              <a:t>-range deleted 0 </a:t>
            </a:r>
            <a:r>
              <a:rPr lang="en-US" altLang="zh-CN" dirty="0" smtClean="0"/>
              <a:t>0</a:t>
            </a:r>
            <a:endParaRPr lang="en-US" altLang="zh-CN" dirty="0"/>
          </a:p>
          <a:p>
            <a:r>
              <a:rPr lang="zh-CN" altLang="en-US" dirty="0"/>
              <a:t>关闭后台服务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/bin/</a:t>
            </a:r>
            <a:r>
              <a:rPr lang="en-US" altLang="zh-CN" dirty="0" err="1"/>
              <a:t>searchd</a:t>
            </a:r>
            <a:r>
              <a:rPr lang="en-US" altLang="zh-CN" dirty="0"/>
              <a:t> -c /</a:t>
            </a:r>
            <a:r>
              <a:rPr lang="en-US" altLang="zh-CN" dirty="0" err="1"/>
              <a:t>usr</a:t>
            </a:r>
            <a:r>
              <a:rPr lang="en-US" altLang="zh-CN" dirty="0"/>
              <a:t>/local/</a:t>
            </a:r>
            <a:r>
              <a:rPr lang="en-US" altLang="zh-CN" dirty="0" err="1"/>
              <a:t>coreseek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csft_kyx.conf</a:t>
            </a:r>
            <a:r>
              <a:rPr lang="en-US" altLang="zh-CN" dirty="0"/>
              <a:t> --stop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882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4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995</Words>
  <Application>Microsoft Office PowerPoint</Application>
  <PresentationFormat>宽屏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Arial</vt:lpstr>
      <vt:lpstr>Calibri</vt:lpstr>
      <vt:lpstr>Calibri Light</vt:lpstr>
      <vt:lpstr>Office 主题</vt:lpstr>
      <vt:lpstr>目录文件说明</vt:lpstr>
      <vt:lpstr>总目录结构</vt:lpstr>
      <vt:lpstr>服务器执行的计划任务(WEB3)</vt:lpstr>
      <vt:lpstr>服务器执行的计划任务(WEB3-2)</vt:lpstr>
      <vt:lpstr>服务器执行的计划任务(WEB2)</vt:lpstr>
      <vt:lpstr>memcache缓存系统(运维配置)</vt:lpstr>
      <vt:lpstr>redis缓存系统</vt:lpstr>
      <vt:lpstr>coreseek搜索系统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目录文件说明</dc:title>
  <dc:creator>muzhiwan2003</dc:creator>
  <cp:lastModifiedBy>muzhiwan2003</cp:lastModifiedBy>
  <cp:revision>46</cp:revision>
  <dcterms:created xsi:type="dcterms:W3CDTF">2014-12-18T10:29:02Z</dcterms:created>
  <dcterms:modified xsi:type="dcterms:W3CDTF">2015-05-25T06:28:08Z</dcterms:modified>
</cp:coreProperties>
</file>